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iOG/HJUWTQf3mJtxXC75/5OPt2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_표지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_Situation.png" id="89" name="Google Shape;8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_Complication.png" id="94" name="Google Shape;9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4_Question.png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5_Answer.png"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6_데이터소개.png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7_분석방법론.png" id="114" name="Google Shape;11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8_CP지수공식.png" id="119" name="Google Shape;1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9_통계검증.png" id="124" name="Google Shape;12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_CP매트릭스.png" id="129" name="Google Shape;12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_CP분포지도.png" id="134" name="Google Shape;13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_Top10꿀역.png" id="139" name="Google Shape;13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_핫플vs꿀역.png" id="144" name="Google Shape;14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_상수역.png" id="149" name="Google Shape;1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_기대효과.png" id="154" name="Google Shape;15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마무리.png" id="159" name="Google Shape;1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